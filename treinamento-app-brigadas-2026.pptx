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3A20"/>
          </a:solidFill>
          <a:ln w="12700">
            <a:solidFill>
              <a:srgbClr val="1A3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365760"/>
            <a:ext cx="45720" cy="44119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SEMA-AC  ·  DIMA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Brigadas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Campo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1097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6405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Unidades de Conservação do Acre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13" name="Image 0" descr="C:\Users\eriss\OneDrive\Documents\OneDrive\Documents\Dima OneDrive\Gestão de UCs\siguc-ac\tmp\slides-screensho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App Brigadas?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73152" cy="12344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2296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07008" y="987552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campo para brigadistas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137160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ocorrências, fauna e atividades diretamente pelo celular, em qualquer lugar da floresta.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67128"/>
            <a:ext cx="73152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67128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07008" y="2331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internet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7008" y="2715768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os dados no próprio celular. Quando aparecer sinal de Wi-Fi ou 4G, o app envia tudo sozinho.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11296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11296"/>
            <a:ext cx="73152" cy="12344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11296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07008" y="367588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e oficial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7008" y="4059936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registros vão direto para a SEMA-AC. Cada brigadista tem login e PIN próprios.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Instalar no Celular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0624" y="68433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pic>
        <p:nvPicPr>
          <p:cNvPr id="8" name="Image 0" descr="C:\Users\eriss\OneDrive\Documents\OneDrive\Documents\Dima OneDrive\Gestão de UCs\siguc-ac\tmp\slides-screenshots\11-insta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84335"/>
            <a:ext cx="1828800" cy="39577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51760" y="7772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60904" y="1179576"/>
            <a:ext cx="438912" cy="43891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0904" y="117043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182112" y="1124712"/>
            <a:ext cx="5559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câmera do celular e aponte para o QR Code da brigada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880360" y="1618488"/>
            <a:ext cx="0" cy="411480"/>
          </a:xfrm>
          <a:prstGeom prst="line">
            <a:avLst/>
          </a:prstGeom>
          <a:noFill/>
          <a:ln w="25400">
            <a:solidFill>
              <a:srgbClr val="D1FA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60904" y="2048256"/>
            <a:ext cx="438912" cy="43891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60904" y="20391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182112" y="1993392"/>
            <a:ext cx="5559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 link que aparecer na tela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880360" y="2487168"/>
            <a:ext cx="0" cy="411480"/>
          </a:xfrm>
          <a:prstGeom prst="line">
            <a:avLst/>
          </a:prstGeom>
          <a:noFill/>
          <a:ln w="25400">
            <a:solidFill>
              <a:srgbClr val="D1FA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60904" y="2916936"/>
            <a:ext cx="438912" cy="43891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60904" y="290779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182112" y="2862072"/>
            <a:ext cx="5559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"Baixar o aplicativo" (botão verde)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880360" y="3355848"/>
            <a:ext cx="0" cy="411480"/>
          </a:xfrm>
          <a:prstGeom prst="line">
            <a:avLst/>
          </a:prstGeom>
          <a:noFill/>
          <a:ln w="25400">
            <a:solidFill>
              <a:srgbClr val="D1FA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60904" y="3785616"/>
            <a:ext cx="438912" cy="43891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60904" y="3776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182112" y="3730752"/>
            <a:ext cx="5559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arquivo baixado e toque em Instalar. Pronto!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651760" y="45948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salve o ícone na tela inicial para abrir mais rápido!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Acesso: Login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1005840"/>
            <a:ext cx="6355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005840"/>
            <a:ext cx="64008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042416"/>
            <a:ext cx="6153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E-mail / CPF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1280160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e-mail ou CPF que o gestor cadastrou para você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5760" y="1965960"/>
            <a:ext cx="6355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1965960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2002536"/>
            <a:ext cx="6153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Senha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" y="2240280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fornecida pelo gestor. No 1º acesso, o app pede para criar uma nova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65760" y="2926080"/>
            <a:ext cx="6355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2926080"/>
            <a:ext cx="64008" cy="7315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2962656"/>
            <a:ext cx="6153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Entrar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0352" y="3200400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aqui para entrar no sistema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65760" y="4576572"/>
            <a:ext cx="63550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4576572"/>
            <a:ext cx="6208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Você só precisa fazer o login UMA VEZ. Depois use o PIN de campo.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 de Campo — Sua Chave Rápida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2-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841248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84124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87552" y="978408"/>
            <a:ext cx="0" cy="475488"/>
          </a:xfrm>
          <a:prstGeom prst="line">
            <a:avLst/>
          </a:prstGeom>
          <a:noFill/>
          <a:ln w="19050">
            <a:solidFill>
              <a:srgbClr val="D1FA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932688"/>
            <a:ext cx="5550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PIN tem apenas 4 números — você escolhe e memoriza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1801368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180136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87552" y="1938528"/>
            <a:ext cx="0" cy="475488"/>
          </a:xfrm>
          <a:prstGeom prst="line">
            <a:avLst/>
          </a:prstGeom>
          <a:noFill/>
          <a:ln w="19050">
            <a:solidFill>
              <a:srgbClr val="D1FA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1892808"/>
            <a:ext cx="5550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 entrar rapidamente após fechar o app, sem precisar de senha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2761488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276148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📴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987552" y="2898648"/>
            <a:ext cx="0" cy="475488"/>
          </a:xfrm>
          <a:prstGeom prst="line">
            <a:avLst/>
          </a:prstGeom>
          <a:noFill/>
          <a:ln w="1905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2852928"/>
            <a:ext cx="5550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mesmo quando não há internet disponível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3721608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372160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987552" y="3858768"/>
            <a:ext cx="0" cy="475488"/>
          </a:xfrm>
          <a:prstGeom prst="line">
            <a:avLst/>
          </a:prstGeom>
          <a:noFill/>
          <a:ln w="19050">
            <a:solidFill>
              <a:srgbClr val="D1FA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97280" y="3813048"/>
            <a:ext cx="5550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esqueça o PIN! Se esquecer, toque em "Entrar com senha"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Tela Inicial — Seu Painel de Campo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3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868680"/>
            <a:ext cx="6355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868680"/>
            <a:ext cx="54864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86868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32688" y="914400"/>
            <a:ext cx="5751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nome e foto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1143000"/>
            <a:ext cx="5751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sua foto de perfil ou iniciais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1645920"/>
            <a:ext cx="6355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164592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164592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🚒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32688" y="1691640"/>
            <a:ext cx="5751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brigada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2688" y="1920240"/>
            <a:ext cx="5751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brigada à qual você pertence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2423160"/>
            <a:ext cx="6355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2423160"/>
            <a:ext cx="54864" cy="65836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231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32688" y="2468880"/>
            <a:ext cx="5751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(A / B / C)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2688" y="2697480"/>
            <a:ext cx="5751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sua equipe tocando no chip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3200400"/>
            <a:ext cx="6355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3200400"/>
            <a:ext cx="54864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20040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32688" y="3246120"/>
            <a:ext cx="5751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GPS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32688" y="3474720"/>
            <a:ext cx="5751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automática de coordenadas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65760" y="3977640"/>
            <a:ext cx="6355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" y="3977640"/>
            <a:ext cx="54864" cy="658368"/>
          </a:xfrm>
          <a:prstGeom prst="rect">
            <a:avLst/>
          </a:prstGeom>
          <a:solidFill>
            <a:srgbClr val="EF5B3C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97764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▶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32688" y="4023360"/>
            <a:ext cx="5751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atividade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32688" y="4251960"/>
            <a:ext cx="5751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para iniciar um novo registro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Escolha o Tipo de Atividade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743200" cy="3840480"/>
          </a:xfrm>
          <a:prstGeom prst="rect">
            <a:avLst/>
          </a:prstGeom>
          <a:solidFill>
            <a:srgbClr val="D1FAE5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274320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13816"/>
            <a:ext cx="25968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" y="201168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Aceiros, roçagem, educação ambiental, fiscalização preventiva e patrulhamento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310896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Abertura de aceiro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352044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Educação ambiental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93192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Ronda preventiva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777240"/>
            <a:ext cx="2743200" cy="3840480"/>
          </a:xfrm>
          <a:prstGeom prst="rect">
            <a:avLst/>
          </a:prstGeom>
          <a:solidFill>
            <a:srgbClr val="FEE2E2"/>
          </a:solidFill>
          <a:ln w="25400">
            <a:solidFill>
              <a:srgbClr val="EF5B3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solidFill>
            <a:srgbClr val="EF5B3C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813816"/>
            <a:ext cx="25968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310128" y="201168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Extinção de incêndios florestais, rescaldo de focos ativos e apoio em sinistros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10128" y="310896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Combate a incêndio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352044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Rescaldo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393192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Uso de bomba costal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777240"/>
            <a:ext cx="2743200" cy="384048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777240"/>
            <a:ext cx="2743200" cy="5029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813816"/>
            <a:ext cx="25968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3504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🔭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144768" y="201168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fauna, flora, monitoramento de áreas e registro de ocorrências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44768" y="310896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Avistamento de fauna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4768" y="352044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Monitoramento de área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44768" y="3931920"/>
            <a:ext cx="252374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Registro de ocorrência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0" y="488746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 tipo correto para abrir o formulário de registro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Registrando uma Ocorrência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4-form-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777240"/>
            <a:ext cx="6355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" y="928116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777240"/>
            <a:ext cx="365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832104"/>
            <a:ext cx="5806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 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107899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localização é capturada automaticamente — não precisa digitar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1481328"/>
            <a:ext cx="6355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" y="1632204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" y="1481328"/>
            <a:ext cx="365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1536192"/>
            <a:ext cx="5806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8680" y="17830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atividade específica que foi realizada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65760" y="2185416"/>
            <a:ext cx="6355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0624" y="2336292"/>
            <a:ext cx="365760" cy="365760"/>
          </a:xfrm>
          <a:prstGeom prst="ellipse">
            <a:avLst/>
          </a:prstGeom>
          <a:solidFill>
            <a:srgbClr val="EF5B3C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0624" y="2185416"/>
            <a:ext cx="365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8680" y="2240280"/>
            <a:ext cx="5806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brigada soube?  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68680" y="248716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Denúncia 193, informação de populares, ronda da brigada…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65760" y="2889504"/>
            <a:ext cx="6355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0624" y="3040380"/>
            <a:ext cx="365760" cy="36576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0624" y="2889504"/>
            <a:ext cx="365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68680" y="2944368"/>
            <a:ext cx="5806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(horas)  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3191256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horas durou a atividade? (ex.: 3,5 = 3h30min)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65760" y="3593592"/>
            <a:ext cx="6355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20624" y="3744468"/>
            <a:ext cx="365760" cy="3657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0624" y="3593592"/>
            <a:ext cx="365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68680" y="3648456"/>
            <a:ext cx="5806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(hectares)  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68680" y="3895344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 a área ou use o botão "Medir" no mapa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365760" y="4297680"/>
            <a:ext cx="6355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20624" y="4448556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0624" y="4297680"/>
            <a:ext cx="365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68680" y="4352544"/>
            <a:ext cx="5806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 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68680" y="459943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que aconteceu, as condições do local e o resultado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Fotos e Fauna — Documente Tudo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5-form-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804672"/>
            <a:ext cx="6355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804672"/>
            <a:ext cx="73152" cy="12618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" y="804672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115568" y="914400"/>
            <a:ext cx="5550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(até 5)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15568" y="1243584"/>
            <a:ext cx="5550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câmera ou escolha da galeria. O app adiciona localização e hora automaticamente na foto.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5760" y="2157984"/>
            <a:ext cx="6355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157984"/>
            <a:ext cx="73152" cy="1261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157984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🦎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115568" y="2267712"/>
            <a:ext cx="5550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 registrada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596896"/>
            <a:ext cx="5550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encontrar animais: toque em "+ Animal", escolha a classe e preencha o que aconteceu (resgate, avistamento…).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65760" y="3511296"/>
            <a:ext cx="6355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511296"/>
            <a:ext cx="73152" cy="1261872"/>
          </a:xfrm>
          <a:prstGeom prst="rect">
            <a:avLst/>
          </a:prstGeom>
          <a:solidFill>
            <a:srgbClr val="EF5B3C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" y="3511296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115568" y="3621024"/>
            <a:ext cx="5550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o registro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5568" y="3950208"/>
            <a:ext cx="5550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toque em "Salvar Registro" antes de sair. O registro fica guardado no celular mesmo sem internet.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Fauna: Registrando Animais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6-fau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822960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" y="996696"/>
            <a:ext cx="402336" cy="40233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822960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77824" y="896112"/>
            <a:ext cx="5788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na classe do animal — mamífero, ave, réptil, anfíbio, peixe ou invertebrado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5760" y="1645920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2336" y="1819656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" y="1645920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7824" y="1719072"/>
            <a:ext cx="5788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o nome do animal (popular ou científico) e selecione da lista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65760" y="2468880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2336" y="2642616"/>
            <a:ext cx="402336" cy="402336"/>
          </a:xfrm>
          <a:prstGeom prst="ellipse">
            <a:avLst/>
          </a:prstGeom>
          <a:solidFill>
            <a:srgbClr val="EF5B3C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" y="2468880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7824" y="2542032"/>
            <a:ext cx="5788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o tipo de evento: resgate, avistamento, atropelamento, apreensão…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65760" y="3291840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02336" y="3465576"/>
            <a:ext cx="402336" cy="402336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2336" y="3291840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77824" y="3364992"/>
            <a:ext cx="5788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do animal: íntegro, ferido, queimado, debilitado ou óbito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65760" y="4114800"/>
            <a:ext cx="6355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02336" y="4288536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2336" y="4114800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77824" y="4187952"/>
            <a:ext cx="5788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foi: solto no local, encaminhado ao CETAS, em tratamento…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365760" y="473202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 não souber a espécie, escolha "Não sei" — registre assim mesmo!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Sinal? Sem Problema!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7-f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914400"/>
            <a:ext cx="1433322" cy="1024128"/>
          </a:xfrm>
          <a:prstGeom prst="rect">
            <a:avLst/>
          </a:prstGeom>
          <a:solidFill>
            <a:srgbClr val="0F2518"/>
          </a:solidFill>
          <a:ln w="12700">
            <a:solidFill>
              <a:srgbClr val="0F251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" y="932688"/>
            <a:ext cx="1433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🌲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1298448"/>
            <a:ext cx="14333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1554480"/>
            <a:ext cx="14333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sinal)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808226" y="105156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908810" y="914400"/>
            <a:ext cx="1433322" cy="1024128"/>
          </a:xfrm>
          <a:prstGeom prst="rect">
            <a:avLst/>
          </a:prstGeom>
          <a:solidFill>
            <a:srgbClr val="2D7A56"/>
          </a:solidFill>
          <a:ln w="12700">
            <a:solidFill>
              <a:srgbClr val="2D7A5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908810" y="932688"/>
            <a:ext cx="1433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08810" y="1298448"/>
            <a:ext cx="14333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local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908810" y="1554480"/>
            <a:ext cx="14333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51276" y="105156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51860" y="914400"/>
            <a:ext cx="1433322" cy="102412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451860" y="932688"/>
            <a:ext cx="1433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451860" y="1298448"/>
            <a:ext cx="14333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chega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451860" y="1554480"/>
            <a:ext cx="14333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(Wi-Fi / 4G)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94326" y="105156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994910" y="914400"/>
            <a:ext cx="1433322" cy="10241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994910" y="932688"/>
            <a:ext cx="14333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994910" y="1298448"/>
            <a:ext cx="14333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Enviado!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94910" y="1554480"/>
            <a:ext cx="14333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servidor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65760" y="1828800"/>
            <a:ext cx="6355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29768" y="2029968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8096" y="1865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68096" y="2157984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no celular, aguardando sinal para enviar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365760" y="2633472"/>
            <a:ext cx="6355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29768" y="2834640"/>
            <a:ext cx="274320" cy="27432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8096" y="2670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Enviando…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68096" y="2962656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Sendo transferido para o servidor agora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65760" y="3438144"/>
            <a:ext cx="6355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29768" y="363931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8096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68096" y="3767328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com sucesso e registrado na SEMA-AC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Acompanhe Seus Resultados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8-dados-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786384"/>
            <a:ext cx="29443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786384"/>
            <a:ext cx="2944368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877824"/>
            <a:ext cx="2761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57200" y="14630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01568" y="786384"/>
            <a:ext cx="29443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01568" y="786384"/>
            <a:ext cx="2944368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93008" y="877824"/>
            <a:ext cx="2761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3493008" y="14630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mês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1929384"/>
            <a:ext cx="29443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1929384"/>
            <a:ext cx="2944368" cy="7315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020824"/>
            <a:ext cx="2761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183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457200" y="26060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(ha)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401568" y="1929384"/>
            <a:ext cx="29443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01568" y="1929384"/>
            <a:ext cx="2944368" cy="73152"/>
          </a:xfrm>
          <a:prstGeom prst="rect">
            <a:avLst/>
          </a:prstGeom>
          <a:solidFill>
            <a:srgbClr val="EF5B3C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93008" y="2020824"/>
            <a:ext cx="2761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5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3493008" y="26060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Animais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65760" y="3246120"/>
            <a:ext cx="6355080" cy="1371600"/>
          </a:xfrm>
          <a:prstGeom prst="rect">
            <a:avLst/>
          </a:prstGeom>
          <a:solidFill>
            <a:srgbClr val="1A3A20"/>
          </a:solidFill>
          <a:ln w="12700">
            <a:solidFill>
              <a:srgbClr val="1A3A2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8640" y="331012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Veja seu histórico completo na aba "Meus Resultados"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48640" y="3767328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conta! Registros validados entram nos relatórios oficiais da SEMA-AC.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da Brigada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09-dados-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786384"/>
            <a:ext cx="6355080" cy="685800"/>
          </a:xfrm>
          <a:prstGeom prst="rect">
            <a:avLst/>
          </a:prstGeom>
          <a:solidFill>
            <a:srgbClr val="1A3A20"/>
          </a:solidFill>
          <a:ln w="12700">
            <a:solidFill>
              <a:srgbClr val="1A3A2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786384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Veja como sua equipe e você estão no ranking da brigada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162763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equipe: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Equipe 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57400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reg.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834640" y="1984248"/>
            <a:ext cx="3849624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34640" y="1984248"/>
            <a:ext cx="2887218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Equipe B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057400" y="24140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reg.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834640" y="2459736"/>
            <a:ext cx="3849624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34640" y="2459736"/>
            <a:ext cx="2309774" cy="1645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Equipe 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057400" y="28895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834640" y="2935224"/>
            <a:ext cx="3849624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34640" y="2935224"/>
            <a:ext cx="1732331" cy="16459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342900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brigadista: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576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 Lima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971800" y="3749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474720" y="3794760"/>
            <a:ext cx="3209544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74720" y="3794760"/>
            <a:ext cx="2728112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João Pedro Silva ★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971800" y="4133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474720" y="4178808"/>
            <a:ext cx="3209544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4178808"/>
            <a:ext cx="2246681" cy="1371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517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Carlos Souza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971800" y="4517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474720" y="4562856"/>
            <a:ext cx="3209544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74720" y="4562856"/>
            <a:ext cx="1989917" cy="1371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Configurações do App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67144" y="59289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501455"/>
            <a:ext cx="2011680" cy="4140591"/>
          </a:xfrm>
          <a:prstGeom prst="roundRect">
            <a:avLst>
              <a:gd name="adj" fmla="val 6818"/>
            </a:avLst>
          </a:prstGeom>
          <a:solidFill>
            <a:srgbClr val="0D1F12"/>
          </a:solidFill>
          <a:ln w="25400">
            <a:solidFill>
              <a:srgbClr val="1F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4968" y="647759"/>
            <a:ext cx="146304" cy="54864"/>
          </a:xfrm>
          <a:prstGeom prst="ellipse">
            <a:avLst/>
          </a:prstGeom>
          <a:solidFill>
            <a:srgbClr val="050D07"/>
          </a:solidFill>
          <a:ln w="12700">
            <a:solidFill>
              <a:srgbClr val="050D07"/>
            </a:solidFill>
            <a:prstDash val="solid"/>
          </a:ln>
        </p:spPr>
      </p:sp>
      <p:pic>
        <p:nvPicPr>
          <p:cNvPr id="9" name="Image 0" descr="C:\Users\eriss\OneDrive\Documents\OneDrive\Documents\Dima OneDrive\Gestão de UCs\siguc-ac\tmp\slides-screenshots\10-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2895"/>
            <a:ext cx="1828800" cy="395771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777240"/>
            <a:ext cx="6355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7772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8321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PIN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87552" y="1106424"/>
            <a:ext cx="5678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seus 4 dígitos quando quiser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463040"/>
            <a:ext cx="6355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14630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87552" y="1517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catálogo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87552" y="1792224"/>
            <a:ext cx="5678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novas espécies de fauna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2148840"/>
            <a:ext cx="6355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21488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📲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87552" y="2203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(QR)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87552" y="2478024"/>
            <a:ext cx="5678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o app para outro celular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2834640"/>
            <a:ext cx="6355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28346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⬇️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87552" y="28895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atualização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87552" y="3163824"/>
            <a:ext cx="5678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se há versão nova disponível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3520440"/>
            <a:ext cx="635508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EF5B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57200" y="35204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🗑️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87552" y="3575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Zerar fila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87552" y="3849624"/>
            <a:ext cx="5678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Apaga registros NÃO enviados!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5760" y="4206240"/>
            <a:ext cx="6355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57200" y="42062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🚪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87552" y="42611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87552" y="4535424"/>
            <a:ext cx="5678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sessão / troca de conta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App se Atualiza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0690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40690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PWA / Navegador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banner verde aparece na tela: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"Atualização disponível"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"Atualizar agora" e aguarde recarregar.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0690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C4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4069080" cy="5029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0467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APK Android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pontinho vermelho aparece em Configurações.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Configurações → toque em "Verificar atualização" → baixe e instale o novo arquivo .apk.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640580"/>
            <a:ext cx="84124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405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Sempre aceite as atualizações — elas trazem melhorias e correções importantes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F"/>
          </a:solidFill>
          <a:ln w="12700">
            <a:solidFill>
              <a:srgbClr val="0A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Dicas para Usar no Campo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SIGUC-AC · SEMA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712720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27127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932688"/>
            <a:ext cx="211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2511552" cy="139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o celular bem carregado. O GPS usa bastante bateria — leve um carregador portátil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15640" y="822960"/>
            <a:ext cx="2712720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822960"/>
            <a:ext cx="2712720" cy="54864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708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5992" y="932688"/>
            <a:ext cx="211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5368" y="1325880"/>
            <a:ext cx="2511552" cy="139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sinal funciona normal. O app guarda tudo e envia quando você voltar a ter sinal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65520" y="822960"/>
            <a:ext cx="2712720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5520" y="822960"/>
            <a:ext cx="27127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696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95872" y="932688"/>
            <a:ext cx="211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5248" y="1325880"/>
            <a:ext cx="2511552" cy="139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o ícone GPS ficar verde antes de salvar. Isso garante localização precisa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923794"/>
            <a:ext cx="2712720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23794"/>
            <a:ext cx="2712720" cy="54864"/>
          </a:xfrm>
          <a:prstGeom prst="rect">
            <a:avLst/>
          </a:prstGeom>
          <a:solidFill>
            <a:srgbClr val="EF5B3C"/>
          </a:solidFill>
          <a:ln w="12700">
            <a:solidFill>
              <a:srgbClr val="EF5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9694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3033522"/>
            <a:ext cx="211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" y="3426714"/>
            <a:ext cx="2511552" cy="139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Fotografe antes de mexer no local ou no animal. Mostre o contexto da ocorrência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15640" y="2923794"/>
            <a:ext cx="2712720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5640" y="2923794"/>
            <a:ext cx="271272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7080" y="299694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45992" y="3033522"/>
            <a:ext cx="211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seguro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25368" y="3426714"/>
            <a:ext cx="2511552" cy="139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compartilhe seu PIN. Cada brigadista tem o seu — isso protege seus registros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65520" y="2923794"/>
            <a:ext cx="2712720" cy="199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65520" y="2923794"/>
            <a:ext cx="27127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6960" y="299694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95872" y="3033522"/>
            <a:ext cx="211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salvar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75248" y="3426714"/>
            <a:ext cx="2511552" cy="139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toque em "Salvar Registro" antes de fechar o app ou guardar o celular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3A20"/>
          </a:solidFill>
          <a:ln w="12700">
            <a:solidFill>
              <a:srgbClr val="1A3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365760"/>
            <a:ext cx="45720" cy="44119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C:\Users\eriss\OneDrive\Documents\OneDrive\Documents\Dima OneDrive\Gestão de UCs\siguc-ac\pwa\icons\mascote-co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54864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7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Prontos para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Campo!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365760" y="2194560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registro correto protege a floresta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reconhece o trabalho da brigada."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3474720"/>
            <a:ext cx="4389120" cy="1234440"/>
          </a:xfrm>
          <a:prstGeom prst="rect">
            <a:avLst/>
          </a:prstGeom>
          <a:solidFill>
            <a:srgbClr val="0F251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520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Fale com seu chefe de brigada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com a equipe DIMA — SEMA-AC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Brigadas — Treinamento de Campo</dc:title>
  <dc:subject>PptxGenJS Presentation</dc:subject>
  <dc:creator>DIMA · SEMA-AC</dc:creator>
  <cp:lastModifiedBy>DIMA · SEMA-AC</cp:lastModifiedBy>
  <cp:revision>1</cp:revision>
  <dcterms:created xsi:type="dcterms:W3CDTF">2026-06-17T23:06:51Z</dcterms:created>
  <dcterms:modified xsi:type="dcterms:W3CDTF">2026-06-17T23:06:51Z</dcterms:modified>
</cp:coreProperties>
</file>